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32918400" cy="43891200"/>
  <p:notesSz cx="6858000" cy="9144000"/>
  <p:defaultTextStyle>
    <a:defPPr>
      <a:defRPr lang="en-US"/>
    </a:defPPr>
    <a:lvl1pPr marL="0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94754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89510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84264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79020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73773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68529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63283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58039" algn="l" defTabSz="4189510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24">
          <p15:clr>
            <a:srgbClr val="A4A3A4"/>
          </p15:clr>
        </p15:guide>
        <p15:guide id="2" pos="10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353"/>
    <a:srgbClr val="0555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16" autoAdjust="0"/>
  </p:normalViewPr>
  <p:slideViewPr>
    <p:cSldViewPr>
      <p:cViewPr>
        <p:scale>
          <a:sx n="30" d="100"/>
          <a:sy n="30" d="100"/>
        </p:scale>
        <p:origin x="715" y="48"/>
      </p:cViewPr>
      <p:guideLst>
        <p:guide orient="horz" pos="13824"/>
        <p:guide pos="10368"/>
      </p:guideLst>
    </p:cSldViewPr>
  </p:slideViewPr>
  <p:notesTextViewPr>
    <p:cViewPr>
      <p:scale>
        <a:sx n="33" d="100"/>
        <a:sy n="33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1488D9-C9B8-47E5-B2FF-8650D1C870BC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41CD24-C86B-495C-A26C-1828603443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22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94754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89510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84264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79020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73773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68529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63283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58039" algn="l" defTabSz="4189510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43125" y="685800"/>
            <a:ext cx="257175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41CD24-C86B-495C-A26C-18286034433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35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13634730"/>
            <a:ext cx="27980640" cy="940815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7760" y="24871683"/>
            <a:ext cx="23042880" cy="1121663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94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895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84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79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73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685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632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580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0327" y="28204164"/>
            <a:ext cx="27980640" cy="8717282"/>
          </a:xfrm>
        </p:spPr>
        <p:txBody>
          <a:bodyPr anchor="t"/>
          <a:lstStyle>
            <a:lvl1pPr algn="l">
              <a:defRPr sz="18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0327" y="18602968"/>
            <a:ext cx="27980640" cy="9601198"/>
          </a:xfrm>
        </p:spPr>
        <p:txBody>
          <a:bodyPr anchor="b"/>
          <a:lstStyle>
            <a:lvl1pPr marL="0" indent="0">
              <a:buNone/>
              <a:defRPr sz="9100">
                <a:solidFill>
                  <a:schemeClr val="tx1">
                    <a:tint val="75000"/>
                  </a:schemeClr>
                </a:solidFill>
              </a:defRPr>
            </a:lvl1pPr>
            <a:lvl2pPr marL="2094754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89510" indent="0">
              <a:buNone/>
              <a:defRPr sz="7300">
                <a:solidFill>
                  <a:schemeClr val="tx1">
                    <a:tint val="75000"/>
                  </a:schemeClr>
                </a:solidFill>
              </a:defRPr>
            </a:lvl3pPr>
            <a:lvl4pPr marL="628426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7902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73773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6852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63283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58039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4442" y="14792967"/>
            <a:ext cx="10835640" cy="41838881"/>
          </a:xfrm>
        </p:spPr>
        <p:txBody>
          <a:bodyPr/>
          <a:lstStyle>
            <a:lvl1pPr>
              <a:defRPr sz="12800"/>
            </a:lvl1pPr>
            <a:lvl2pPr>
              <a:defRPr sz="111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2" y="14792967"/>
            <a:ext cx="10835640" cy="41838881"/>
          </a:xfrm>
        </p:spPr>
        <p:txBody>
          <a:bodyPr/>
          <a:lstStyle>
            <a:lvl1pPr>
              <a:defRPr sz="12800"/>
            </a:lvl1pPr>
            <a:lvl2pPr>
              <a:defRPr sz="11100"/>
            </a:lvl2pPr>
            <a:lvl3pPr>
              <a:defRPr sz="91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0" y="1757681"/>
            <a:ext cx="29626560" cy="73152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4" y="9824723"/>
            <a:ext cx="14544677" cy="4094479"/>
          </a:xfrm>
        </p:spPr>
        <p:txBody>
          <a:bodyPr anchor="b"/>
          <a:lstStyle>
            <a:lvl1pPr marL="0" indent="0">
              <a:buNone/>
              <a:defRPr sz="11100" b="1"/>
            </a:lvl1pPr>
            <a:lvl2pPr marL="2094754" indent="0">
              <a:buNone/>
              <a:defRPr sz="9100" b="1"/>
            </a:lvl2pPr>
            <a:lvl3pPr marL="4189510" indent="0">
              <a:buNone/>
              <a:defRPr sz="8200" b="1"/>
            </a:lvl3pPr>
            <a:lvl4pPr marL="6284264" indent="0">
              <a:buNone/>
              <a:defRPr sz="7300" b="1"/>
            </a:lvl4pPr>
            <a:lvl5pPr marL="8379020" indent="0">
              <a:buNone/>
              <a:defRPr sz="7300" b="1"/>
            </a:lvl5pPr>
            <a:lvl6pPr marL="10473773" indent="0">
              <a:buNone/>
              <a:defRPr sz="7300" b="1"/>
            </a:lvl6pPr>
            <a:lvl7pPr marL="12568529" indent="0">
              <a:buNone/>
              <a:defRPr sz="7300" b="1"/>
            </a:lvl7pPr>
            <a:lvl8pPr marL="14663283" indent="0">
              <a:buNone/>
              <a:defRPr sz="7300" b="1"/>
            </a:lvl8pPr>
            <a:lvl9pPr marL="16758039" indent="0">
              <a:buNone/>
              <a:defRPr sz="7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5924" y="13919200"/>
            <a:ext cx="14544677" cy="25288244"/>
          </a:xfrm>
        </p:spPr>
        <p:txBody>
          <a:bodyPr/>
          <a:lstStyle>
            <a:lvl1pPr>
              <a:defRPr sz="111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722095" y="9824723"/>
            <a:ext cx="14550388" cy="4094479"/>
          </a:xfrm>
        </p:spPr>
        <p:txBody>
          <a:bodyPr anchor="b"/>
          <a:lstStyle>
            <a:lvl1pPr marL="0" indent="0">
              <a:buNone/>
              <a:defRPr sz="11100" b="1"/>
            </a:lvl1pPr>
            <a:lvl2pPr marL="2094754" indent="0">
              <a:buNone/>
              <a:defRPr sz="9100" b="1"/>
            </a:lvl2pPr>
            <a:lvl3pPr marL="4189510" indent="0">
              <a:buNone/>
              <a:defRPr sz="8200" b="1"/>
            </a:lvl3pPr>
            <a:lvl4pPr marL="6284264" indent="0">
              <a:buNone/>
              <a:defRPr sz="7300" b="1"/>
            </a:lvl4pPr>
            <a:lvl5pPr marL="8379020" indent="0">
              <a:buNone/>
              <a:defRPr sz="7300" b="1"/>
            </a:lvl5pPr>
            <a:lvl6pPr marL="10473773" indent="0">
              <a:buNone/>
              <a:defRPr sz="7300" b="1"/>
            </a:lvl6pPr>
            <a:lvl7pPr marL="12568529" indent="0">
              <a:buNone/>
              <a:defRPr sz="7300" b="1"/>
            </a:lvl7pPr>
            <a:lvl8pPr marL="14663283" indent="0">
              <a:buNone/>
              <a:defRPr sz="7300" b="1"/>
            </a:lvl8pPr>
            <a:lvl9pPr marL="16758039" indent="0">
              <a:buNone/>
              <a:defRPr sz="7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722095" y="13919200"/>
            <a:ext cx="14550388" cy="25288244"/>
          </a:xfrm>
        </p:spPr>
        <p:txBody>
          <a:bodyPr/>
          <a:lstStyle>
            <a:lvl1pPr>
              <a:defRPr sz="11100"/>
            </a:lvl1pPr>
            <a:lvl2pPr>
              <a:defRPr sz="9100"/>
            </a:lvl2pPr>
            <a:lvl3pPr>
              <a:defRPr sz="8200"/>
            </a:lvl3pPr>
            <a:lvl4pPr>
              <a:defRPr sz="7300"/>
            </a:lvl4pPr>
            <a:lvl5pPr>
              <a:defRPr sz="7300"/>
            </a:lvl5pPr>
            <a:lvl6pPr>
              <a:defRPr sz="7300"/>
            </a:lvl6pPr>
            <a:lvl7pPr>
              <a:defRPr sz="7300"/>
            </a:lvl7pPr>
            <a:lvl8pPr>
              <a:defRPr sz="7300"/>
            </a:lvl8pPr>
            <a:lvl9pPr>
              <a:defRPr sz="7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4" y="1747520"/>
            <a:ext cx="10829927" cy="7437122"/>
          </a:xfr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181" y="1747525"/>
            <a:ext cx="18402302" cy="37459924"/>
          </a:xfrm>
        </p:spPr>
        <p:txBody>
          <a:bodyPr/>
          <a:lstStyle>
            <a:lvl1pPr>
              <a:defRPr sz="14600"/>
            </a:lvl1pPr>
            <a:lvl2pPr>
              <a:defRPr sz="12800"/>
            </a:lvl2pPr>
            <a:lvl3pPr>
              <a:defRPr sz="11100"/>
            </a:lvl3pPr>
            <a:lvl4pPr>
              <a:defRPr sz="9100"/>
            </a:lvl4pPr>
            <a:lvl5pPr>
              <a:defRPr sz="9100"/>
            </a:lvl5pPr>
            <a:lvl6pPr>
              <a:defRPr sz="9100"/>
            </a:lvl6pPr>
            <a:lvl7pPr>
              <a:defRPr sz="9100"/>
            </a:lvl7pPr>
            <a:lvl8pPr>
              <a:defRPr sz="9100"/>
            </a:lvl8pPr>
            <a:lvl9pPr>
              <a:defRPr sz="9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4" y="9184643"/>
            <a:ext cx="10829927" cy="30022804"/>
          </a:xfrm>
        </p:spPr>
        <p:txBody>
          <a:bodyPr/>
          <a:lstStyle>
            <a:lvl1pPr marL="0" indent="0">
              <a:buNone/>
              <a:defRPr sz="6400"/>
            </a:lvl1pPr>
            <a:lvl2pPr marL="2094754" indent="0">
              <a:buNone/>
              <a:defRPr sz="5500"/>
            </a:lvl2pPr>
            <a:lvl3pPr marL="4189510" indent="0">
              <a:buNone/>
              <a:defRPr sz="4600"/>
            </a:lvl3pPr>
            <a:lvl4pPr marL="6284264" indent="0">
              <a:buNone/>
              <a:defRPr sz="4200"/>
            </a:lvl4pPr>
            <a:lvl5pPr marL="8379020" indent="0">
              <a:buNone/>
              <a:defRPr sz="4200"/>
            </a:lvl5pPr>
            <a:lvl6pPr marL="10473773" indent="0">
              <a:buNone/>
              <a:defRPr sz="4200"/>
            </a:lvl6pPr>
            <a:lvl7pPr marL="12568529" indent="0">
              <a:buNone/>
              <a:defRPr sz="4200"/>
            </a:lvl7pPr>
            <a:lvl8pPr marL="14663283" indent="0">
              <a:buNone/>
              <a:defRPr sz="4200"/>
            </a:lvl8pPr>
            <a:lvl9pPr marL="16758039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2237" y="30723840"/>
            <a:ext cx="19751040" cy="3627124"/>
          </a:xfrm>
        </p:spPr>
        <p:txBody>
          <a:bodyPr anchor="b"/>
          <a:lstStyle>
            <a:lvl1pPr algn="l">
              <a:defRPr sz="91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452237" y="3921757"/>
            <a:ext cx="19751040" cy="26334720"/>
          </a:xfrm>
        </p:spPr>
        <p:txBody>
          <a:bodyPr/>
          <a:lstStyle>
            <a:lvl1pPr marL="0" indent="0">
              <a:buNone/>
              <a:defRPr sz="14600"/>
            </a:lvl1pPr>
            <a:lvl2pPr marL="2094754" indent="0">
              <a:buNone/>
              <a:defRPr sz="12800"/>
            </a:lvl2pPr>
            <a:lvl3pPr marL="4189510" indent="0">
              <a:buNone/>
              <a:defRPr sz="11100"/>
            </a:lvl3pPr>
            <a:lvl4pPr marL="6284264" indent="0">
              <a:buNone/>
              <a:defRPr sz="9100"/>
            </a:lvl4pPr>
            <a:lvl5pPr marL="8379020" indent="0">
              <a:buNone/>
              <a:defRPr sz="9100"/>
            </a:lvl5pPr>
            <a:lvl6pPr marL="10473773" indent="0">
              <a:buNone/>
              <a:defRPr sz="9100"/>
            </a:lvl6pPr>
            <a:lvl7pPr marL="12568529" indent="0">
              <a:buNone/>
              <a:defRPr sz="9100"/>
            </a:lvl7pPr>
            <a:lvl8pPr marL="14663283" indent="0">
              <a:buNone/>
              <a:defRPr sz="9100"/>
            </a:lvl8pPr>
            <a:lvl9pPr marL="16758039" indent="0">
              <a:buNone/>
              <a:defRPr sz="91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2237" y="34350964"/>
            <a:ext cx="19751040" cy="5151116"/>
          </a:xfrm>
        </p:spPr>
        <p:txBody>
          <a:bodyPr/>
          <a:lstStyle>
            <a:lvl1pPr marL="0" indent="0">
              <a:buNone/>
              <a:defRPr sz="6400"/>
            </a:lvl1pPr>
            <a:lvl2pPr marL="2094754" indent="0">
              <a:buNone/>
              <a:defRPr sz="5500"/>
            </a:lvl2pPr>
            <a:lvl3pPr marL="4189510" indent="0">
              <a:buNone/>
              <a:defRPr sz="4600"/>
            </a:lvl3pPr>
            <a:lvl4pPr marL="6284264" indent="0">
              <a:buNone/>
              <a:defRPr sz="4200"/>
            </a:lvl4pPr>
            <a:lvl5pPr marL="8379020" indent="0">
              <a:buNone/>
              <a:defRPr sz="4200"/>
            </a:lvl5pPr>
            <a:lvl6pPr marL="10473773" indent="0">
              <a:buNone/>
              <a:defRPr sz="4200"/>
            </a:lvl6pPr>
            <a:lvl7pPr marL="12568529" indent="0">
              <a:buNone/>
              <a:defRPr sz="4200"/>
            </a:lvl7pPr>
            <a:lvl8pPr marL="14663283" indent="0">
              <a:buNone/>
              <a:defRPr sz="4200"/>
            </a:lvl8pPr>
            <a:lvl9pPr marL="16758039" indent="0">
              <a:buNone/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899379" y="2540001"/>
            <a:ext cx="5554982" cy="5409184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4444" y="2540001"/>
            <a:ext cx="16116302" cy="5409184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86700" y="2826327"/>
            <a:ext cx="17487900" cy="4156364"/>
          </a:xfrm>
          <a:prstGeom prst="rect">
            <a:avLst/>
          </a:prstGeom>
        </p:spPr>
        <p:txBody>
          <a:bodyPr vert="horz" lIns="418952" tIns="209476" rIns="418952" bIns="209476" rtlCol="0" anchor="ctr">
            <a:normAutofit/>
          </a:bodyPr>
          <a:lstStyle/>
          <a:p>
            <a:r>
              <a:rPr lang="en-US" dirty="0"/>
              <a:t>Title of poster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45920" y="10241284"/>
            <a:ext cx="29626560" cy="28966163"/>
          </a:xfrm>
          <a:prstGeom prst="rect">
            <a:avLst/>
          </a:prstGeom>
        </p:spPr>
        <p:txBody>
          <a:bodyPr vert="horz" lIns="418952" tIns="209476" rIns="418952" bIns="20947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45920" y="40680644"/>
            <a:ext cx="7680960" cy="2336801"/>
          </a:xfrm>
          <a:prstGeom prst="rect">
            <a:avLst/>
          </a:prstGeom>
        </p:spPr>
        <p:txBody>
          <a:bodyPr vert="horz" lIns="418952" tIns="209476" rIns="418952" bIns="209476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E7AEF1-B625-4334-B71A-F25D760AFEE2}" type="datetimeFigureOut">
              <a:rPr lang="en-US" smtClean="0"/>
              <a:pPr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247120" y="40680644"/>
            <a:ext cx="10424160" cy="2336801"/>
          </a:xfrm>
          <a:prstGeom prst="rect">
            <a:avLst/>
          </a:prstGeom>
        </p:spPr>
        <p:txBody>
          <a:bodyPr vert="horz" lIns="418952" tIns="209476" rIns="418952" bIns="209476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591520" y="40680644"/>
            <a:ext cx="7680960" cy="2336801"/>
          </a:xfrm>
          <a:prstGeom prst="rect">
            <a:avLst/>
          </a:prstGeom>
        </p:spPr>
        <p:txBody>
          <a:bodyPr vert="horz" lIns="418952" tIns="209476" rIns="418952" bIns="209476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F8E785-C42F-4BA2-8928-1A3BB047B4F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89510" rtl="0" eaLnBrk="1" latinLnBrk="0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71066" indent="-1571066" algn="l" defTabSz="4189510" rtl="0" eaLnBrk="1" latinLnBrk="0" hangingPunct="1">
        <a:spcBef>
          <a:spcPct val="20000"/>
        </a:spcBef>
        <a:buFont typeface="Arial" pitchFamily="34" charset="0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403975" indent="-1309222" algn="l" defTabSz="4189510" rtl="0" eaLnBrk="1" latinLnBrk="0" hangingPunct="1">
        <a:spcBef>
          <a:spcPct val="20000"/>
        </a:spcBef>
        <a:buFont typeface="Arial" pitchFamily="34" charset="0"/>
        <a:buChar char="–"/>
        <a:defRPr sz="12800" kern="1200">
          <a:solidFill>
            <a:schemeClr val="tx1"/>
          </a:solidFill>
          <a:latin typeface="+mn-lt"/>
          <a:ea typeface="+mn-ea"/>
          <a:cs typeface="+mn-cs"/>
        </a:defRPr>
      </a:lvl2pPr>
      <a:lvl3pPr marL="5236887" indent="-1047377" algn="l" defTabSz="4189510" rtl="0" eaLnBrk="1" latinLnBrk="0" hangingPunct="1">
        <a:spcBef>
          <a:spcPct val="20000"/>
        </a:spcBef>
        <a:buFont typeface="Arial" pitchFamily="34" charset="0"/>
        <a:buChar char="•"/>
        <a:defRPr sz="11100" kern="1200">
          <a:solidFill>
            <a:schemeClr val="tx1"/>
          </a:solidFill>
          <a:latin typeface="+mn-lt"/>
          <a:ea typeface="+mn-ea"/>
          <a:cs typeface="+mn-cs"/>
        </a:defRPr>
      </a:lvl3pPr>
      <a:lvl4pPr marL="7331643" indent="-1047377" algn="l" defTabSz="4189510" rtl="0" eaLnBrk="1" latinLnBrk="0" hangingPunct="1">
        <a:spcBef>
          <a:spcPct val="20000"/>
        </a:spcBef>
        <a:buFont typeface="Arial" pitchFamily="34" charset="0"/>
        <a:buChar char="–"/>
        <a:defRPr sz="9100" kern="1200">
          <a:solidFill>
            <a:schemeClr val="tx1"/>
          </a:solidFill>
          <a:latin typeface="+mn-lt"/>
          <a:ea typeface="+mn-ea"/>
          <a:cs typeface="+mn-cs"/>
        </a:defRPr>
      </a:lvl4pPr>
      <a:lvl5pPr marL="9426397" indent="-1047377" algn="l" defTabSz="4189510" rtl="0" eaLnBrk="1" latinLnBrk="0" hangingPunct="1">
        <a:spcBef>
          <a:spcPct val="20000"/>
        </a:spcBef>
        <a:buFont typeface="Arial" pitchFamily="34" charset="0"/>
        <a:buChar char="»"/>
        <a:defRPr sz="9100" kern="1200">
          <a:solidFill>
            <a:schemeClr val="tx1"/>
          </a:solidFill>
          <a:latin typeface="+mn-lt"/>
          <a:ea typeface="+mn-ea"/>
          <a:cs typeface="+mn-cs"/>
        </a:defRPr>
      </a:lvl5pPr>
      <a:lvl6pPr marL="11521150" indent="-1047377" algn="l" defTabSz="4189510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6pPr>
      <a:lvl7pPr marL="13615906" indent="-1047377" algn="l" defTabSz="4189510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7pPr>
      <a:lvl8pPr marL="15710660" indent="-1047377" algn="l" defTabSz="4189510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8pPr>
      <a:lvl9pPr marL="17805416" indent="-1047377" algn="l" defTabSz="4189510" rtl="0" eaLnBrk="1" latinLnBrk="0" hangingPunct="1">
        <a:spcBef>
          <a:spcPct val="20000"/>
        </a:spcBef>
        <a:buFont typeface="Arial" pitchFamily="34" charset="0"/>
        <a:buChar char="•"/>
        <a:defRPr sz="9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94754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89510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84264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79020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73773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68529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63283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58039" algn="l" defTabSz="4189510" rtl="0" eaLnBrk="1" latinLnBrk="0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b="815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Fig. 1. - Charging level as per IEC standards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AutoShape 5" descr="https://ieeexplore.ieee.org/mediastore_new/IEEE/content/media/28/9246608/9197620/tomar14-3024165-large.gif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utoShape 7" descr="https://ieeexplore.ieee.org/mediastore_new/IEEE/content/media/28/9246608/9197620/tomar15-3024165-large.gif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AutoShape 9" descr="https://ieeexplore.ieee.org/mediastore_new/IEEE/content/media/28/9246608/9197620/tomar4-3024165-large.gif"/>
          <p:cNvSpPr>
            <a:spLocks noChangeAspect="1" noChangeArrowheads="1"/>
          </p:cNvSpPr>
          <p:nvPr/>
        </p:nvSpPr>
        <p:spPr bwMode="auto">
          <a:xfrm>
            <a:off x="612775" y="312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2EA707-E9D8-9EA6-F292-7C10F83DDBF7}"/>
              </a:ext>
            </a:extLst>
          </p:cNvPr>
          <p:cNvCxnSpPr>
            <a:cxnSpLocks/>
          </p:cNvCxnSpPr>
          <p:nvPr/>
        </p:nvCxnSpPr>
        <p:spPr>
          <a:xfrm>
            <a:off x="-30986" y="8001000"/>
            <a:ext cx="32949386" cy="0"/>
          </a:xfrm>
          <a:prstGeom prst="line">
            <a:avLst/>
          </a:prstGeom>
          <a:ln w="177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15B3D31-C5E1-08E6-C979-2F4563B93461}"/>
              </a:ext>
            </a:extLst>
          </p:cNvPr>
          <p:cNvSpPr/>
          <p:nvPr/>
        </p:nvSpPr>
        <p:spPr>
          <a:xfrm>
            <a:off x="0" y="7936"/>
            <a:ext cx="32949386" cy="43883264"/>
          </a:xfrm>
          <a:prstGeom prst="rect">
            <a:avLst/>
          </a:prstGeom>
          <a:noFill/>
          <a:ln w="1778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E42BCA-B49B-A667-9E17-1385D24F2DCB}"/>
              </a:ext>
            </a:extLst>
          </p:cNvPr>
          <p:cNvCxnSpPr>
            <a:cxnSpLocks/>
          </p:cNvCxnSpPr>
          <p:nvPr/>
        </p:nvCxnSpPr>
        <p:spPr>
          <a:xfrm>
            <a:off x="16474691" y="8069514"/>
            <a:ext cx="0" cy="35813750"/>
          </a:xfrm>
          <a:prstGeom prst="line">
            <a:avLst/>
          </a:prstGeom>
          <a:ln w="1016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F25B9F86-B880-7DB4-A00F-B7A22562F7DB}"/>
              </a:ext>
            </a:extLst>
          </p:cNvPr>
          <p:cNvSpPr txBox="1"/>
          <p:nvPr/>
        </p:nvSpPr>
        <p:spPr>
          <a:xfrm>
            <a:off x="-1" y="43129080"/>
            <a:ext cx="32918401" cy="8617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5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Conference on Smart Technologies for Energy, Sustainability &amp; Industry (STESI-2026)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3B2351-6471-030E-03E1-2B11C6D785F3}"/>
              </a:ext>
            </a:extLst>
          </p:cNvPr>
          <p:cNvSpPr txBox="1"/>
          <p:nvPr/>
        </p:nvSpPr>
        <p:spPr>
          <a:xfrm>
            <a:off x="27546297" y="7090149"/>
            <a:ext cx="47856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 ID: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XXX</a:t>
            </a:r>
            <a:endParaRPr lang="en-IN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Google Shape;110;p1">
            <a:extLst>
              <a:ext uri="{FF2B5EF4-FFF2-40B4-BE49-F238E27FC236}">
                <a16:creationId xmlns:a16="http://schemas.microsoft.com/office/drawing/2014/main" id="{815267DE-9C81-64E9-1D0A-E7307F34AA10}"/>
              </a:ext>
            </a:extLst>
          </p:cNvPr>
          <p:cNvSpPr/>
          <p:nvPr/>
        </p:nvSpPr>
        <p:spPr>
          <a:xfrm>
            <a:off x="5470322" y="8458200"/>
            <a:ext cx="5616768" cy="9756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rgbClr val="0432FF"/>
                </a:solidFill>
                <a:latin typeface="Helvetica" pitchFamily="2" charset="0"/>
                <a:cs typeface="Times New Roman" panose="02020603050405020304" pitchFamily="18" charset="0"/>
                <a:sym typeface="Calibri"/>
              </a:rPr>
              <a:t>Abstract</a:t>
            </a:r>
            <a:endParaRPr sz="5400" b="1" dirty="0">
              <a:solidFill>
                <a:srgbClr val="0432FF"/>
              </a:solidFill>
              <a:latin typeface="Helvetica" pitchFamily="2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134732C-FE81-EA05-5D86-F7B3F430C73D}"/>
              </a:ext>
            </a:extLst>
          </p:cNvPr>
          <p:cNvSpPr txBox="1"/>
          <p:nvPr/>
        </p:nvSpPr>
        <p:spPr>
          <a:xfrm>
            <a:off x="307975" y="9490264"/>
            <a:ext cx="15922618" cy="8402300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This is the template for preparation of posters for International Conference on Smart Technologies for Energy, Sustainability &amp; Industry (STESI-2026). Please use this document as a template to form the poster in which you can type your own text. (Font style: Times New Roman, Font size: 32, single-spaced, Font color: Black) and paste figures. </a:t>
            </a:r>
            <a:r>
              <a:rPr lang="en-GB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 figure titles use, 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Font style: Times New Roman and Font size: 26.</a:t>
            </a:r>
          </a:p>
          <a:p>
            <a:pPr algn="just">
              <a:defRPr/>
            </a:pP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defRPr/>
            </a:pPr>
            <a:endParaRPr lang="en-US" altLang="zh-CN" sz="3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0" name="Google Shape;110;p1">
            <a:extLst>
              <a:ext uri="{FF2B5EF4-FFF2-40B4-BE49-F238E27FC236}">
                <a16:creationId xmlns:a16="http://schemas.microsoft.com/office/drawing/2014/main" id="{9EED047E-15F8-C968-DA66-115516067492}"/>
              </a:ext>
            </a:extLst>
          </p:cNvPr>
          <p:cNvSpPr/>
          <p:nvPr/>
        </p:nvSpPr>
        <p:spPr>
          <a:xfrm>
            <a:off x="5584632" y="19598306"/>
            <a:ext cx="5616768" cy="9756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rgbClr val="0432FF"/>
                </a:solidFill>
                <a:latin typeface="Helvetica" pitchFamily="2" charset="0"/>
                <a:cs typeface="Times New Roman" panose="02020603050405020304" pitchFamily="18" charset="0"/>
                <a:sym typeface="Calibri"/>
              </a:rPr>
              <a:t>Introduction</a:t>
            </a:r>
            <a:endParaRPr sz="5400" b="1" dirty="0">
              <a:solidFill>
                <a:srgbClr val="0432FF"/>
              </a:solidFill>
              <a:latin typeface="Helvetica" pitchFamily="2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D91DDE1-A6BB-F464-84C7-3E2A514CF3DC}"/>
              </a:ext>
            </a:extLst>
          </p:cNvPr>
          <p:cNvSpPr txBox="1"/>
          <p:nvPr/>
        </p:nvSpPr>
        <p:spPr>
          <a:xfrm>
            <a:off x="307975" y="20684557"/>
            <a:ext cx="15922606" cy="8075224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US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2" name="Google Shape;110;p1">
            <a:extLst>
              <a:ext uri="{FF2B5EF4-FFF2-40B4-BE49-F238E27FC236}">
                <a16:creationId xmlns:a16="http://schemas.microsoft.com/office/drawing/2014/main" id="{F91A13D8-CC62-1F51-2FE5-04697D8A5A0A}"/>
              </a:ext>
            </a:extLst>
          </p:cNvPr>
          <p:cNvSpPr/>
          <p:nvPr/>
        </p:nvSpPr>
        <p:spPr>
          <a:xfrm>
            <a:off x="5508804" y="30175200"/>
            <a:ext cx="5616768" cy="9756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rgbClr val="0432FF"/>
                </a:solidFill>
                <a:latin typeface="Helvetica" pitchFamily="2" charset="0"/>
                <a:cs typeface="Times New Roman" panose="02020603050405020304" pitchFamily="18" charset="0"/>
                <a:sym typeface="Calibri"/>
              </a:rPr>
              <a:t>Methodology</a:t>
            </a:r>
            <a:endParaRPr sz="5400" b="1" dirty="0">
              <a:solidFill>
                <a:srgbClr val="0432FF"/>
              </a:solidFill>
              <a:latin typeface="Helvetica" pitchFamily="2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121948C-E961-AAE1-4146-063F871315A2}"/>
              </a:ext>
            </a:extLst>
          </p:cNvPr>
          <p:cNvSpPr txBox="1"/>
          <p:nvPr/>
        </p:nvSpPr>
        <p:spPr>
          <a:xfrm>
            <a:off x="307975" y="31241776"/>
            <a:ext cx="15972706" cy="11033983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US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4" name="Google Shape;110;p1">
            <a:extLst>
              <a:ext uri="{FF2B5EF4-FFF2-40B4-BE49-F238E27FC236}">
                <a16:creationId xmlns:a16="http://schemas.microsoft.com/office/drawing/2014/main" id="{0A18854F-4025-B170-CE6B-08BC80CF4FAB}"/>
              </a:ext>
            </a:extLst>
          </p:cNvPr>
          <p:cNvSpPr/>
          <p:nvPr/>
        </p:nvSpPr>
        <p:spPr>
          <a:xfrm>
            <a:off x="20051620" y="8473106"/>
            <a:ext cx="9372597" cy="9756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rgbClr val="0432FF"/>
                </a:solidFill>
                <a:latin typeface="Helvetica" pitchFamily="2" charset="0"/>
                <a:cs typeface="Times New Roman" panose="02020603050405020304" pitchFamily="18" charset="0"/>
                <a:sym typeface="Calibri"/>
              </a:rPr>
              <a:t>Results and Discussion</a:t>
            </a:r>
            <a:endParaRPr sz="5400" b="1" dirty="0">
              <a:solidFill>
                <a:srgbClr val="0432FF"/>
              </a:solidFill>
              <a:latin typeface="Helvetica" pitchFamily="2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44DBB541-745F-4886-6AF1-8639300EAAAC}"/>
              </a:ext>
            </a:extLst>
          </p:cNvPr>
          <p:cNvSpPr txBox="1"/>
          <p:nvPr/>
        </p:nvSpPr>
        <p:spPr>
          <a:xfrm>
            <a:off x="16786039" y="9490264"/>
            <a:ext cx="15903761" cy="8405956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US" sz="3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4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6" name="Google Shape;110;p1">
            <a:extLst>
              <a:ext uri="{FF2B5EF4-FFF2-40B4-BE49-F238E27FC236}">
                <a16:creationId xmlns:a16="http://schemas.microsoft.com/office/drawing/2014/main" id="{BEFC5663-CD00-8A3F-2471-12782C68869D}"/>
              </a:ext>
            </a:extLst>
          </p:cNvPr>
          <p:cNvSpPr/>
          <p:nvPr/>
        </p:nvSpPr>
        <p:spPr>
          <a:xfrm>
            <a:off x="21945972" y="19583400"/>
            <a:ext cx="5616768" cy="9756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rgbClr val="0432FF"/>
                </a:solidFill>
                <a:latin typeface="Helvetica" pitchFamily="2" charset="0"/>
                <a:cs typeface="Times New Roman" panose="02020603050405020304" pitchFamily="18" charset="0"/>
                <a:sym typeface="Calibri"/>
              </a:rPr>
              <a:t>Conclusions</a:t>
            </a:r>
            <a:endParaRPr sz="5400" b="1" dirty="0">
              <a:solidFill>
                <a:srgbClr val="0432FF"/>
              </a:solidFill>
              <a:latin typeface="Helvetica" pitchFamily="2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C068329-2992-00FF-3059-2779D2B7A40A}"/>
              </a:ext>
            </a:extLst>
          </p:cNvPr>
          <p:cNvSpPr txBox="1"/>
          <p:nvPr/>
        </p:nvSpPr>
        <p:spPr>
          <a:xfrm>
            <a:off x="16802481" y="20711494"/>
            <a:ext cx="15903749" cy="8075224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US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98" name="Google Shape;110;p1">
            <a:extLst>
              <a:ext uri="{FF2B5EF4-FFF2-40B4-BE49-F238E27FC236}">
                <a16:creationId xmlns:a16="http://schemas.microsoft.com/office/drawing/2014/main" id="{75CDD0D1-1B67-557C-1EAF-F1BCB0248FDF}"/>
              </a:ext>
            </a:extLst>
          </p:cNvPr>
          <p:cNvSpPr/>
          <p:nvPr/>
        </p:nvSpPr>
        <p:spPr>
          <a:xfrm>
            <a:off x="21994123" y="30190106"/>
            <a:ext cx="5616768" cy="97569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 cap="flat" cmpd="sng">
            <a:solidFill>
              <a:srgbClr val="92D0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5400" b="1" dirty="0">
                <a:solidFill>
                  <a:srgbClr val="0432FF"/>
                </a:solidFill>
                <a:latin typeface="Helvetica" pitchFamily="2" charset="0"/>
                <a:cs typeface="Times New Roman" panose="02020603050405020304" pitchFamily="18" charset="0"/>
                <a:sym typeface="Calibri"/>
              </a:rPr>
              <a:t>References</a:t>
            </a:r>
            <a:endParaRPr sz="5400" b="1" dirty="0">
              <a:solidFill>
                <a:srgbClr val="0432FF"/>
              </a:solidFill>
              <a:latin typeface="Helvetica" pitchFamily="2" charset="0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AB42356-FABA-C7F5-0C2A-AB37127717FA}"/>
              </a:ext>
            </a:extLst>
          </p:cNvPr>
          <p:cNvSpPr txBox="1"/>
          <p:nvPr/>
        </p:nvSpPr>
        <p:spPr>
          <a:xfrm>
            <a:off x="16802481" y="31241776"/>
            <a:ext cx="15963519" cy="11033983"/>
          </a:xfrm>
          <a:prstGeom prst="rect">
            <a:avLst/>
          </a:prstGeom>
          <a:noFill/>
          <a:ln w="19050"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en-US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</a:t>
            </a:r>
            <a:r>
              <a:rPr lang="en-IN" sz="36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se IEEE Referencing style.</a:t>
            </a: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800"/>
              </a:spcAft>
            </a:pPr>
            <a:endParaRPr lang="en-IN" sz="36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63870-89B8-93D7-90CF-2A15A005BFEA}"/>
              </a:ext>
            </a:extLst>
          </p:cNvPr>
          <p:cNvSpPr txBox="1"/>
          <p:nvPr/>
        </p:nvSpPr>
        <p:spPr>
          <a:xfrm>
            <a:off x="5909018" y="4228182"/>
            <a:ext cx="21542969" cy="1320154"/>
          </a:xfrm>
          <a:prstGeom prst="rect">
            <a:avLst/>
          </a:prstGeom>
          <a:noFill/>
          <a:ln>
            <a:noFill/>
          </a:ln>
        </p:spPr>
        <p:txBody>
          <a:bodyPr wrap="square" lIns="202128" tIns="101064" rIns="202128" bIns="101064" rtlCol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11893"/>
                </a:solidFill>
                <a:latin typeface="Helvetica" pitchFamily="2" charset="0"/>
                <a:ea typeface="Times New Roman"/>
                <a:cs typeface="Times New Roman"/>
                <a:sym typeface="Times New Roman"/>
              </a:rPr>
              <a:t>TITLE OF THE PAPER</a:t>
            </a:r>
            <a:endParaRPr lang="en-US" sz="5000" dirty="0">
              <a:solidFill>
                <a:srgbClr val="011893"/>
              </a:solidFill>
              <a:latin typeface="Helvetic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84A06-5762-4BC5-FBB1-1F2A2DFE5A07}"/>
              </a:ext>
            </a:extLst>
          </p:cNvPr>
          <p:cNvSpPr txBox="1"/>
          <p:nvPr/>
        </p:nvSpPr>
        <p:spPr>
          <a:xfrm>
            <a:off x="5909018" y="5495464"/>
            <a:ext cx="21131348" cy="906193"/>
          </a:xfrm>
          <a:prstGeom prst="rect">
            <a:avLst/>
          </a:prstGeom>
          <a:noFill/>
          <a:ln>
            <a:noFill/>
          </a:ln>
        </p:spPr>
        <p:txBody>
          <a:bodyPr wrap="square" lIns="202128" tIns="101064" rIns="202128" bIns="101064" rtlCol="0">
            <a:noAutofit/>
          </a:bodyPr>
          <a:lstStyle/>
          <a:p>
            <a:pPr algn="ctr"/>
            <a:r>
              <a:rPr lang="en-US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Authors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0DED88-2105-38A7-B57A-9A9400FE91B4}"/>
              </a:ext>
            </a:extLst>
          </p:cNvPr>
          <p:cNvSpPr txBox="1"/>
          <p:nvPr/>
        </p:nvSpPr>
        <p:spPr>
          <a:xfrm>
            <a:off x="5930394" y="6409489"/>
            <a:ext cx="21131348" cy="906193"/>
          </a:xfrm>
          <a:prstGeom prst="rect">
            <a:avLst/>
          </a:prstGeom>
          <a:noFill/>
          <a:ln>
            <a:noFill/>
          </a:ln>
        </p:spPr>
        <p:txBody>
          <a:bodyPr wrap="square" lIns="202128" tIns="101064" rIns="202128" bIns="101064" rtlCol="0">
            <a:noAutofit/>
          </a:bodyPr>
          <a:lstStyle/>
          <a:p>
            <a:pPr algn="ctr"/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Affiliation</a:t>
            </a:r>
          </a:p>
        </p:txBody>
      </p:sp>
    </p:spTree>
    <p:extLst>
      <p:ext uri="{BB962C8B-B14F-4D97-AF65-F5344CB8AC3E}">
        <p14:creationId xmlns:p14="http://schemas.microsoft.com/office/powerpoint/2010/main" val="943164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5000</TotalTime>
  <Words>126</Words>
  <Application>Microsoft Office PowerPoint</Application>
  <PresentationFormat>Custom</PresentationFormat>
  <Paragraphs>75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Helvetica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INVIDEV3</dc:creator>
  <cp:lastModifiedBy>Pulakraj Aryan</cp:lastModifiedBy>
  <cp:revision>177</cp:revision>
  <dcterms:created xsi:type="dcterms:W3CDTF">2017-08-17T12:20:56Z</dcterms:created>
  <dcterms:modified xsi:type="dcterms:W3CDTF">2026-05-19T11:00:35Z</dcterms:modified>
</cp:coreProperties>
</file>